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dfc1c617304a31" /><Relationship Type="http://schemas.openxmlformats.org/officeDocument/2006/relationships/extended-properties" Target="/docProps/app.xml" Id="R887f9e26708541d2" /><Relationship Type="http://schemas.openxmlformats.org/officeDocument/2006/relationships/officeDocument" Target="/ppt/presentation.xml" Id="R3c30c1d28e8442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657ce493d4b96"/>
  </p:sldMasterIdLst>
  <p:notesMasterIdLst>
    <p:notesMasterId xmlns:r="http://schemas.openxmlformats.org/officeDocument/2006/relationships" r:id="Rabdde2c3da924cde"/>
  </p:notesMasterIdLst>
  <p:sldIdLst>
    <p:sldId xmlns:r="http://schemas.openxmlformats.org/officeDocument/2006/relationships" id="256" r:id="R9429b5d3cd9b4019"/>
    <p:sldId xmlns:r="http://schemas.openxmlformats.org/officeDocument/2006/relationships" id="257" r:id="R434d36ef0c59443b"/>
    <p:sldId xmlns:r="http://schemas.openxmlformats.org/officeDocument/2006/relationships" id="258" r:id="Re3ddea0832d445b3"/>
    <p:sldId xmlns:r="http://schemas.openxmlformats.org/officeDocument/2006/relationships" id="259" r:id="Rc87ac1441bab4407"/>
    <p:sldId xmlns:r="http://schemas.openxmlformats.org/officeDocument/2006/relationships" id="260" r:id="Re9f46e8c7ca54c02"/>
    <p:sldId xmlns:r="http://schemas.openxmlformats.org/officeDocument/2006/relationships" id="261" r:id="R37b53aee40024196"/>
    <p:sldId xmlns:r="http://schemas.openxmlformats.org/officeDocument/2006/relationships" id="262" r:id="R51f26c931a8448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83d64f24654b17" /><Relationship Type="http://schemas.openxmlformats.org/officeDocument/2006/relationships/slideMaster" Target="/ppt/slideMasters/slideMaster1.xml" Id="Rca2657ce493d4b96" /><Relationship Type="http://schemas.openxmlformats.org/officeDocument/2006/relationships/notesMaster" Target="/ppt/notesMasters/notesMaster1.xml" Id="Rabdde2c3da924cde" /><Relationship Type="http://schemas.openxmlformats.org/officeDocument/2006/relationships/presProps" Target="/ppt/presProps.xml" Id="R0efb9eca3ef14bde" /><Relationship Type="http://schemas.openxmlformats.org/officeDocument/2006/relationships/viewProps" Target="/ppt/viewProps.xml" Id="R5c8168d2b4ed490e" /><Relationship Type="http://schemas.openxmlformats.org/officeDocument/2006/relationships/tableStyles" Target="/ppt/tableStyles.xml" Id="R655d310363d44704" /><Relationship Type="http://schemas.openxmlformats.org/officeDocument/2006/relationships/slide" Target="/ppt/slides/slide1.xml" Id="R9429b5d3cd9b4019" /><Relationship Type="http://schemas.openxmlformats.org/officeDocument/2006/relationships/slide" Target="/ppt/slides/slide2.xml" Id="R434d36ef0c59443b" /><Relationship Type="http://schemas.openxmlformats.org/officeDocument/2006/relationships/slide" Target="/ppt/slides/slide3.xml" Id="Re3ddea0832d445b3" /><Relationship Type="http://schemas.openxmlformats.org/officeDocument/2006/relationships/slide" Target="/ppt/slides/slide4.xml" Id="Rc87ac1441bab4407" /><Relationship Type="http://schemas.openxmlformats.org/officeDocument/2006/relationships/slide" Target="/ppt/slides/slide5.xml" Id="Re9f46e8c7ca54c02" /><Relationship Type="http://schemas.openxmlformats.org/officeDocument/2006/relationships/slide" Target="/ppt/slides/slide6.xml" Id="R37b53aee40024196" /><Relationship Type="http://schemas.openxmlformats.org/officeDocument/2006/relationships/slide" Target="/ppt/slides/slide7.xml" Id="R51f26c931a8448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769059cf4a41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26c50b43604208" /><Relationship Type="http://schemas.openxmlformats.org/officeDocument/2006/relationships/notesMaster" Target="/ppt/notesMasters/notesMaster1.xml" Id="R5de53707806a48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9ad745a670494a" /><Relationship Type="http://schemas.openxmlformats.org/officeDocument/2006/relationships/notesMaster" Target="/ppt/notesMasters/notesMaster1.xml" Id="R7d1e89c71a1446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c01d6f6387446c" /><Relationship Type="http://schemas.openxmlformats.org/officeDocument/2006/relationships/notesMaster" Target="/ppt/notesMasters/notesMaster1.xml" Id="Rf3fcb86ebf66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4222e7bb9f4b27" /><Relationship Type="http://schemas.openxmlformats.org/officeDocument/2006/relationships/notesMaster" Target="/ppt/notesMasters/notesMaster1.xml" Id="R07f6dc43ac164b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4f1dc655d84b2e" /><Relationship Type="http://schemas.openxmlformats.org/officeDocument/2006/relationships/notesMaster" Target="/ppt/notesMasters/notesMaster1.xml" Id="R77cdc85612de4d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9c7535cef14fd1" /><Relationship Type="http://schemas.openxmlformats.org/officeDocument/2006/relationships/notesMaster" Target="/ppt/notesMasters/notesMaster1.xml" Id="Re2514af6932e46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242842f3744196" /><Relationship Type="http://schemas.openxmlformats.org/officeDocument/2006/relationships/notesMaster" Target="/ppt/notesMasters/notesMaster1.xml" Id="Rb23d7a36a7bc4d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1f8f635d44a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3aa3fc6c80410e" /><Relationship Type="http://schemas.openxmlformats.org/officeDocument/2006/relationships/slideLayout" Target="/ppt/slideLayouts/slideLayout1.xml" Id="R6b3b2ac2273043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3b2ac2273043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2089d9aa141b6" /><Relationship Type="http://schemas.openxmlformats.org/officeDocument/2006/relationships/notesSlide" Target="/ppt/notesSlides/notesSlide1.xml" Id="R0f9f7e2bbba941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1d284421e4387" /><Relationship Type="http://schemas.openxmlformats.org/officeDocument/2006/relationships/image" Target="/ppt/media/image.png" Id="R78515ffa2fc748d0" /><Relationship Type="http://schemas.openxmlformats.org/officeDocument/2006/relationships/notesSlide" Target="/ppt/notesSlides/notesSlide2.xml" Id="R7901435e381c46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4b77c4f1d4bb0" /><Relationship Type="http://schemas.openxmlformats.org/officeDocument/2006/relationships/image" Target="/ppt/media/image2.png" Id="R95f2c6997196478f" /><Relationship Type="http://schemas.openxmlformats.org/officeDocument/2006/relationships/notesSlide" Target="/ppt/notesSlides/notesSlide3.xml" Id="Rf407debefc6949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927159ed9466d" /><Relationship Type="http://schemas.openxmlformats.org/officeDocument/2006/relationships/notesSlide" Target="/ppt/notesSlides/notesSlide4.xml" Id="R6e8335cbfe7548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3de372f224e10" /><Relationship Type="http://schemas.openxmlformats.org/officeDocument/2006/relationships/notesSlide" Target="/ppt/notesSlides/notesSlide5.xml" Id="Rb04735367efd4b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b9a91896b4087" /><Relationship Type="http://schemas.openxmlformats.org/officeDocument/2006/relationships/image" Target="/ppt/media/image3.png" Id="R86cfdb588c7d4f26" /><Relationship Type="http://schemas.openxmlformats.org/officeDocument/2006/relationships/notesSlide" Target="/ppt/notesSlides/notesSlide6.xml" Id="R37ed5e63b3444f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267c4819d4c76" /><Relationship Type="http://schemas.openxmlformats.org/officeDocument/2006/relationships/notesSlide" Target="/ppt/notesSlides/notesSlide7.xml" Id="R341085fb8b0443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F51F95-C101-4D7F-A70F-2A22A2CE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E3505-9070-43E1-BCFA-445CDAE3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0E70F-BC7C-4ED7-A989-F5F5D506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agent forge demo-marker">
            <a:extLst xmlns:a="http://schemas.openxmlformats.org/drawingml/2006/main">
              <a:ext uri="{FF2B5EF4-FFF2-40B4-BE49-F238E27FC236}">
                <a16:creationId xmlns:a16="http://schemas.microsoft.com/office/drawing/2014/main" id="{450E623C-E7E7-45AA-BE27-EA5CA20A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agent forge demo-label">
            <a:extLst xmlns:a="http://schemas.openxmlformats.org/drawingml/2006/main">
              <a:ext uri="{FF2B5EF4-FFF2-40B4-BE49-F238E27FC236}">
                <a16:creationId xmlns:a16="http://schemas.microsoft.com/office/drawing/2014/main" id="{C6E392FA-385E-4172-81C2-1E8991F6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AGENT FORGE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99DF5-8A4B-46A0-B9ED-62596AA5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FlowForge turns observed work into tested automation.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92CE1-ACB5-4AE3-ACF7-F3F68DE1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A workflow auditor for the AI era: watch a repetitive task once, diagnose where AI belongs, research live web data, generate the automation, and validate it safely.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05728-6368-40EE-9071-4253B3F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1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1789B-1D05-474D-BE98-CF96252F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1447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VideoDB perception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FED86-749D-465A-86CC-C1561DFB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147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1"/>
          </a:solidFill>
          <a:ln xmlns:a="http://schemas.openxmlformats.org/drawingml/2006/main" w="9525">
            <a:solidFill>
              <a:srgbClr val="68A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4827C-2530-4D72-BF93-44FE8C7F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00475"/>
            <a:ext cx="1371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Bright Data 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2FABD-A964-49C7-AE9C-76C03D64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14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1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6154A-C630-4535-9942-477A19BC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00475"/>
            <a:ext cx="120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Kimi reasoning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F3B2D-2025-41D6-904B-4FFBE3BB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1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5755E-F97E-4960-8CC4-30493037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00475"/>
            <a:ext cx="1390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Daytona sandbox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A2F1A-AA65-4B72-B2EA-4B661A03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0668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631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A13E8-8FFF-4BE8-A3BE-BD4EEAD9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192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93%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B3FD8-2023-4261-BA87-25D8873C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8115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repetition detected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DE243-C355-42B8-A2B0-8A2DE9D9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631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46451-56C0-4808-8923-6653B084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8A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8A8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B2AC8-2536-4DAB-86BF-51FFC675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sponsor products in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F72B7-1640-4A2C-A976-C301F6CB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6314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4DE01-941E-4445-A638-739F9FA1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E4E4ED-25A9-45D5-B46E-E2511E15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5285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recording to automation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0B61E-B795-4B90-A12B-64B9675F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FlowForge / 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07313-1D71-4C13-9108-E2D2E61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43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FlowForge</a:t>
            </a:r>
          </a:p>
        </p:txBody>
      </p:sp>
    </p:spTree>
    <p:extLst>
      <p:ext uri="{BB962C8B-B14F-4D97-AF65-F5344CB8AC3E}">
        <p14:creationId xmlns:p14="http://schemas.microsoft.com/office/powerpoint/2010/main" val="20309439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68D758-06A1-4E8D-ADC0-77ED0887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E9ECB-BE3F-4C90-A069-B9CE799E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D4C61-C5C8-4F92-9865-4262641F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hidden ops pain-marker">
            <a:extLst xmlns:a="http://schemas.openxmlformats.org/drawingml/2006/main">
              <a:ext uri="{FF2B5EF4-FFF2-40B4-BE49-F238E27FC236}">
                <a16:creationId xmlns:a16="http://schemas.microsoft.com/office/drawing/2014/main" id="{CDD9C3E5-0B05-4444-831D-8133E801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hidden ops pain-label">
            <a:extLst xmlns:a="http://schemas.openxmlformats.org/drawingml/2006/main">
              <a:ext uri="{FF2B5EF4-FFF2-40B4-BE49-F238E27FC236}">
                <a16:creationId xmlns:a16="http://schemas.microsoft.com/office/drawing/2014/main" id="{369B58D9-CE97-4343-8052-08AAFFF9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HIDDEN OPS PAIN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E6869-C429-404D-AF9F-9AECA31D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Repetitive workflows are everywhere, but they rarely become automations.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83858-221A-4413-89D7-DD39844E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Teams still burn hours on small manual loops: searching sites, copying fields, summarizing pages, filling spreadsheets, and repeating the pattern for every new row.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8D342-7380-418F-8A9F-0FFBEBE4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The missing signal is not intent. It is observed behavior: what people actually do, step by step, before anyone writes a spec.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41D74-8FB6-46C4-B13E-BD1F37D6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3F063-C62B-4A29-A2E7-6DA51DD5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FlowForge starts from a screen recording, not a blank prompt.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15ffa2fc748d0"/>
          <a:srcRect xmlns:a="http://schemas.openxmlformats.org/drawingml/2006/main" l="22865" t="0" r="228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704850"/>
            <a:ext cx="5143500" cy="5334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96A8D-D484-4D1A-958F-5A0F593A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FlowForge /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70649-7AF9-474F-B6A7-3C98E675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43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FlowForge</a:t>
            </a:r>
          </a:p>
        </p:txBody>
      </p:sp>
    </p:spTree>
    <p:extLst>
      <p:ext uri="{BB962C8B-B14F-4D97-AF65-F5344CB8AC3E}">
        <p14:creationId xmlns:p14="http://schemas.microsoft.com/office/powerpoint/2010/main" val="803254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C6EC26-472B-4E32-BCB1-2F158579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EF5EA-56B1-45CA-A636-1E67CB9A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CAD88-1D6A-4095-9427-CDED006A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product loop-marker">
            <a:extLst xmlns:a="http://schemas.openxmlformats.org/drawingml/2006/main">
              <a:ext uri="{FF2B5EF4-FFF2-40B4-BE49-F238E27FC236}">
                <a16:creationId xmlns:a16="http://schemas.microsoft.com/office/drawing/2014/main" id="{95319272-F40C-415A-B990-37CB62D6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product loop-label">
            <a:extLst xmlns:a="http://schemas.openxmlformats.org/drawingml/2006/main">
              <a:ext uri="{FF2B5EF4-FFF2-40B4-BE49-F238E27FC236}">
                <a16:creationId xmlns:a16="http://schemas.microsoft.com/office/drawing/2014/main" id="{04856C68-6003-4C73-BAF7-CAA6893A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PRODUCT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8AA0E-128C-40AF-A878-2CF64735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542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One observed workflow becomes an automation plan and a runnable first draft.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A8F3A-E4ED-459A-9FC0-AB154172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932C1-65C3-4C2B-BEE8-68435719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01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C59F9-85DF-4005-BF27-AFA458BC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28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Watch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D9E9F-5551-4425-A73A-4E3446BC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86025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VideoDB-style workflow steps from screen recording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70B52-E770-4E56-A81A-90FE5CD4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C73A1-4774-41FA-9949-11CDF57D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01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717C1-1DD4-46D3-929B-90BCA87B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Diagnose the opportunity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C045A-DA76-415C-B16C-665CB067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43275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Kimi scores repetition, risk, complexity, and AI suitability.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E1102-F17A-42E3-99A7-57F8F2AB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A228F-8CE3-4EB1-BD84-E4D14F44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01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FEADB-499B-4B7B-8121-CC16E828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Research live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9EEB8-9DED-4991-A861-FFC3AB66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Bright Data replaces manual browsing with structured public web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473BA-8ABA-481D-B74C-8ECB31F0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F99737-2EFF-456C-941F-5E1869A2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01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2490F-57F9-4CFE-A549-079EEFDB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Validate safely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E8DE2-209B-490A-9BDE-D9D4B5D3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57775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Daytona sandbox preview runs the generated automation path.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2c6997196478f"/>
          <a:srcRect xmlns:a="http://schemas.openxmlformats.org/drawingml/2006/main" l="23848" t="0" r="238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781050"/>
            <a:ext cx="4762500" cy="51244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B7339-0A8F-4CA9-8E82-1605A179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FlowForge / 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91EB3-72FA-4A67-8627-9ECE0BC9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43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FlowForge</a:t>
            </a:r>
          </a:p>
        </p:txBody>
      </p:sp>
    </p:spTree>
    <p:extLst>
      <p:ext uri="{BB962C8B-B14F-4D97-AF65-F5344CB8AC3E}">
        <p14:creationId xmlns:p14="http://schemas.microsoft.com/office/powerpoint/2010/main" val="12205433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21160-1C55-4C2A-804D-39DDB304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BF3E0-3028-4D96-9A7F-60006F8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5880E-90F5-4D41-AF7E-49F64143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sponsor stack-marker">
            <a:extLst xmlns:a="http://schemas.openxmlformats.org/drawingml/2006/main">
              <a:ext uri="{FF2B5EF4-FFF2-40B4-BE49-F238E27FC236}">
                <a16:creationId xmlns:a16="http://schemas.microsoft.com/office/drawing/2014/main" id="{C4E4C5F1-B41E-4C10-8C46-B52ACC1F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sponsor stack-label">
            <a:extLst xmlns:a="http://schemas.openxmlformats.org/drawingml/2006/main">
              <a:ext uri="{FF2B5EF4-FFF2-40B4-BE49-F238E27FC236}">
                <a16:creationId xmlns:a16="http://schemas.microsoft.com/office/drawing/2014/main" id="{A6C5B9FF-F039-40A0-9847-D6F9FFE5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SPONSOR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4AF80-1E51-482F-B25A-7F85CC74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The sponsors combine into one production agent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F9D63-2665-49D0-A8CB-981C6E17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893CD-9A1C-4E4D-82F5-0FE2ECD8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384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VideoDB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E17F9-91D0-4D55-8B49-2AE81CBD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Sees the screen recording and extracts workflow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8701D-6F81-4F00-B2F9-D41AE543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F0F68-AAAA-4FBE-BC11-8C54AA40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384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Kimi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4F931-08C3-49C9-810A-84AAFC0E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432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Reasons over the workflow and generates the automation plan.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9940E-CA43-40D4-B871-0A94A7F6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68A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B91CE-11A8-4D68-A32D-9B8111DE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384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8A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8A8FF"/>
                </a:solidFill>
                <a:latin typeface="Arial"/>
                <a:ea typeface="Arial"/>
                <a:cs typeface="Arial"/>
              </a:rPr>
              <a:t>Bright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693B8-6620-46BC-BA13-FAB10745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Fetches live public web data for each repeated research step.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18899-E189-44FE-B239-278CC2B7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64A82-E130-4DAB-A53B-3E855B58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384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Daytona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7B4E8-968A-491A-8AFB-B4ACA74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Runs the generated automation safely before deployment.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2DADD-8A48-4933-8F43-43145BC5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05AA2-3D11-4E5F-B46F-AE89A5B5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10C9E-1768-4028-BBD5-0511C7F1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8072F-E8DA-4BAE-9E2B-F2025708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The wedge is not another assistant. It is a workflow mining layer that discovers where AI should be applied, then proves the first automation safely.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20CDD-218B-43FD-B94B-85A6CC0C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Every sponsor product has a core job in the loop, so usage is integral rather than decorative.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BEB8D-4DFA-4B8F-A8B7-476E333C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FlowForge / 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CD432-9B92-44EE-A4D9-86BF86C2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43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FlowForge</a:t>
            </a:r>
          </a:p>
        </p:txBody>
      </p:sp>
    </p:spTree>
    <p:extLst>
      <p:ext uri="{BB962C8B-B14F-4D97-AF65-F5344CB8AC3E}">
        <p14:creationId xmlns:p14="http://schemas.microsoft.com/office/powerpoint/2010/main" val="17368029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70DBB-3489-4D0C-8B3A-8BBCB533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6CFC4-6886-46ED-8D4C-A836F41E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35BE7-8B66-4889-A5F1-0EB5C321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ive demo proof-marker">
            <a:extLst xmlns:a="http://schemas.openxmlformats.org/drawingml/2006/main">
              <a:ext uri="{FF2B5EF4-FFF2-40B4-BE49-F238E27FC236}">
                <a16:creationId xmlns:a16="http://schemas.microsoft.com/office/drawing/2014/main" id="{03E15DF1-2E56-499C-808E-E8B43AB0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ive demo proof-label">
            <a:extLst xmlns:a="http://schemas.openxmlformats.org/drawingml/2006/main">
              <a:ext uri="{FF2B5EF4-FFF2-40B4-BE49-F238E27FC236}">
                <a16:creationId xmlns:a16="http://schemas.microsoft.com/office/drawing/2014/main" id="{6755ACDD-7C1D-4DE6-83BB-5444A752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LIVE DEMO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C8BCA-9BAE-4822-84FE-0B99E379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The MVP already turns vendor research into a scored automation run.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9D1AF-94C5-4175-9F23-B72CD137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631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CDEA0-F80C-47C9-A077-164023CF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93%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B7DF0-5F1F-419F-9D3B-D4544B54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repetition detected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5C2C4-E638-431A-82CF-63B6C1BF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9550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631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71A38-53A8-486C-97BC-8A1C49A4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8A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8A8FF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CAA6A-45AC-4FC5-B15B-BD73D0D5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complexity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630E4-E49F-452A-AC24-EBCB0E11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631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B90CD-2279-41BE-BCB3-9EC887EB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479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F67A8-2AE0-4324-AEAA-3577C61B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98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risk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E2BA2-4D38-4FBC-AEBD-677DFFA0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631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1F91A-CBDF-47F1-99FD-BC8A1054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3.5-6h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81E1D-76F8-4122-919D-EF568C74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saved per 100 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0FB3E-34BD-4F8B-A4FD-9D59E43C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001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631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EA0D1-77C2-4C6E-A00E-E767B439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A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A8FF"/>
                </a:solidFill>
                <a:latin typeface="Arial"/>
                <a:ea typeface="Arial"/>
                <a:cs typeface="Arial"/>
              </a:rPr>
              <a:t>Bright Data research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27378-1AA6-4BCB-A0DA-40C73A7A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AFFCB-2AF9-4849-95C0-B2656B73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576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Purpose-built product development workflows for high-velocity software teams.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71817-BB3E-4BE9-9812-95793580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DDC97"/>
                </a:solidFill>
                <a:latin typeface="Arial"/>
                <a:ea typeface="Arial"/>
                <a:cs typeface="Arial"/>
              </a:rPr>
              <a:t>/pricing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19883-4F9B-4AA1-83DE-112BB238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Notion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CA051-B3B1-4F30-8455-B47D00D8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291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AI workspace for docs, projects, knowledge work, and automations.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F05D9A-A09E-4872-ABCB-D45D0AF7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29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DDC97"/>
                </a:solidFill>
                <a:latin typeface="Arial"/>
                <a:ea typeface="Arial"/>
                <a:cs typeface="Arial"/>
              </a:rPr>
              <a:t>/contact-sales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D0832-D740-4A46-A69C-29B7698C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Demo line: FlowForge watched a repeated manual research workflow once; now it can do the next rows automatically.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F01161-5D4A-4F25-94D7-8AC1F5EB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FlowForge / 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BC334C-6674-44FD-8ED0-616B0A1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43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FlowForge</a:t>
            </a:r>
          </a:p>
        </p:txBody>
      </p:sp>
    </p:spTree>
    <p:extLst>
      <p:ext uri="{BB962C8B-B14F-4D97-AF65-F5344CB8AC3E}">
        <p14:creationId xmlns:p14="http://schemas.microsoft.com/office/powerpoint/2010/main" val="6722772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9B7AA3-9507-49C2-A922-2FB52CCA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F8360-950F-4D4C-8496-E661B3E8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E1986-99AB-433F-B844-F2346B4A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architecture-marker">
            <a:extLst xmlns:a="http://schemas.openxmlformats.org/drawingml/2006/main">
              <a:ext uri="{FF2B5EF4-FFF2-40B4-BE49-F238E27FC236}">
                <a16:creationId xmlns:a16="http://schemas.microsoft.com/office/drawing/2014/main" id="{55CF54E2-F9F1-4DB5-9E19-64F4E1E3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architecture-label">
            <a:extLst xmlns:a="http://schemas.openxmlformats.org/drawingml/2006/main">
              <a:ext uri="{FF2B5EF4-FFF2-40B4-BE49-F238E27FC236}">
                <a16:creationId xmlns:a16="http://schemas.microsoft.com/office/drawing/2014/main" id="{99786269-8436-4AEA-8826-A3C170E3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82A3C-8FF1-4866-BCAC-3A731394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The system is designed to graduate from demo to production.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A4DD2-736E-4163-98C0-F2DE7A28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9C7C1-C6A1-43E5-AACF-10A11BD3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2DDFD-20B7-40C0-B51B-772AE863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screen recordings become structured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1DEB0-2EC5-4E72-8A86-04B19D5B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59123-039B-4DDE-AC7E-A18C820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314D2-9EA7-4D6E-93F3-7CCD8B87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813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Kimi scores automation potential and writes a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5B9AA-5642-4FB3-983F-C2A95553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68A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38D1A-B242-46B2-A64A-CF5F7B0E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A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8A8FF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58837-14ED-44F1-A89F-F108B76D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195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Bright Data retrieves live public web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E14F8-5668-4EE8-A57B-73D612E1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59AAC-A779-4A4E-80D7-E5B9E5EC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4BE2C-33D3-40B5-94C6-C93913B0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57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Daytona validates generated automation safely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fdb588c7d4f26"/>
          <a:srcRect xmlns:a="http://schemas.openxmlformats.org/drawingml/2006/main" l="23352" t="0" r="233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19150"/>
            <a:ext cx="4762500" cy="50292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D3F17A-EDFC-4998-874F-3C4E5286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FlowForge / 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321FA-6E72-47CB-B7D4-5E20E68E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43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FlowForge</a:t>
            </a:r>
          </a:p>
        </p:txBody>
      </p:sp>
    </p:spTree>
    <p:extLst>
      <p:ext uri="{BB962C8B-B14F-4D97-AF65-F5344CB8AC3E}">
        <p14:creationId xmlns:p14="http://schemas.microsoft.com/office/powerpoint/2010/main" val="20702406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E5D67-6F9E-40C3-A55E-55007716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879EA-ECE5-42C1-86C9-50C819C6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4831E-E28D-4318-AEDF-6EF880C6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next move-marker">
            <a:extLst xmlns:a="http://schemas.openxmlformats.org/drawingml/2006/main">
              <a:ext uri="{FF2B5EF4-FFF2-40B4-BE49-F238E27FC236}">
                <a16:creationId xmlns:a16="http://schemas.microsoft.com/office/drawing/2014/main" id="{501AC1DF-930E-480A-B3D3-675FAFF6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next move-label">
            <a:extLst xmlns:a="http://schemas.openxmlformats.org/drawingml/2006/main">
              <a:ext uri="{FF2B5EF4-FFF2-40B4-BE49-F238E27FC236}">
                <a16:creationId xmlns:a16="http://schemas.microsoft.com/office/drawing/2014/main" id="{2A54029E-3E2C-4007-AE79-8674E4DD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NEXT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B15A0-82A5-47AC-AB00-A1A3B68D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04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FlowForge can become the workflow mining layer for AI transformation.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ABCCE-53F1-49D1-A0DE-73885B3C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AE5FB-51FD-4403-A269-D1EDF606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Wedge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781B8-2DEA-447E-8EBA-7BF7783D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Start with vendor research, sales ops, and repetitive spreadsheet workflows.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E9C92-616F-4E4D-81DD-DFF61B46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68A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7592B-FCF7-4290-B8F9-9EED5F35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718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A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8A8FF"/>
                </a:solidFill>
                <a:latin typeface="Arial"/>
                <a:ea typeface="Arial"/>
                <a:cs typeface="Arial"/>
              </a:rPr>
              <a:t>Expansion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53C9B-4A82-466A-BAEA-7B54D3AA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48050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Turn every observed workflow into an automation suggestion and approval 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1AF53-847A-4E7C-8F41-9A920567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811E4-60C0-4C4B-AB51-7282CE67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C507B-6FAE-4246-BE3B-8B38B26C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48050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Use sponsor stack credits to wire real VideoDB ingestion and Daytona execution next.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633A5-69B3-4222-930F-1FBA4C74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Close: this is not a chatbot. It is an AI operations analyst that discovers where automation should exist and ships the first safe draft.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50D8A-1E30-4886-A378-27DB86D5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6B2C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2C4"/>
                </a:solidFill>
                <a:latin typeface="Arial"/>
                <a:ea typeface="Arial"/>
                <a:cs typeface="Arial"/>
              </a:rPr>
              <a:t>FlowForge / 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ACEDD-94F0-4ED8-BF82-E084DC5A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43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F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7FF"/>
                </a:solidFill>
                <a:latin typeface="Arial"/>
                <a:ea typeface="Arial"/>
                <a:cs typeface="Arial"/>
              </a:rPr>
              <a:t>FlowForge</a:t>
            </a:r>
          </a:p>
        </p:txBody>
      </p:sp>
    </p:spTree>
    <p:extLst>
      <p:ext uri="{BB962C8B-B14F-4D97-AF65-F5344CB8AC3E}">
        <p14:creationId xmlns:p14="http://schemas.microsoft.com/office/powerpoint/2010/main" val="527983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2026-06-13T06:42:22.1210000Z</dcterms:created>
  <dcterms:modified xsi:type="dcterms:W3CDTF">2026-06-13T06:42:22.1210000Z</dcterms:modified>
</coreProperties>
</file>